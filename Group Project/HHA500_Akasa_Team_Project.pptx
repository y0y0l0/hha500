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D9CF-64FB-73F4-6C13-E4C4AFEC4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6B4B2-6B35-627B-1B9A-72F04E51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6FE0B-E924-6A71-F243-5AA08436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DBEBB-ECAC-7F0D-9908-60023E68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56D6-060D-6456-3AF9-3EFFFBA2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2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9561-2FA7-D70F-D149-559CA888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DA74-FCD7-7593-C45A-45B003549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119F5-9F90-A0C1-71BB-AD627F06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7BA1F-6B0B-AC74-8C85-A524DF36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2774B-9DC6-E219-D1F7-2BD0E1A6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01C9-C637-5745-2347-E2C7705B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471F7-EB12-4ACD-C72B-64C122081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CB9FC-9923-F21E-282A-841E2EA5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6A9D4-5923-21EA-03BE-917BE0F7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2BB1-354B-DDAE-220A-93E92047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5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E9F5-6BE6-38EC-1F28-EE5CF228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4E0B6-8B38-2675-3ED7-A227E72DC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36F9A-B86E-5CF5-618E-1B8CB1685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04E21-1CBC-EBBD-1A59-1D6750AC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C5123-FB71-66F1-AA72-CBC3D7F8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36074-41AE-3D6C-82CB-15D9FCB4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8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3DB5-FF0A-2519-E99B-9B7BDC20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74192-605E-13BF-0077-53E51FEB7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ACF59-6F6D-80C5-0752-8FF9267C3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27682-49BF-A602-BF2D-23F0CDFAF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C78CE-9D13-7536-6ABE-4D9252803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3A648-A381-DE75-9CF7-91614ED4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25A3-9FCA-0A77-87F5-941CBBC7A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3552A-61C9-45FA-77BF-9F836B4FA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A9F6-99A5-3F69-9367-22069DED9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9A353-8270-85BD-4007-8FF2DBEA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75129-0C1B-47C6-7B05-0769DC75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361A0-8783-CEF9-1768-5D3538ED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4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D6F4C4-36E2-44CF-AA36-43C10143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C9188-3D07-EEAC-76E2-B142B575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513CB-2822-918C-AF33-70B55F27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9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2ED4-998A-D931-A54E-0E8C4E92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F65B3-15F0-3527-F3A7-FA68F7F6D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D085D-FA97-3DCD-F884-567E122DE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B5342-F5FD-B7AE-57E4-8FDA1579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42016-EFA6-8008-CED2-EFA480D8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4732B-0CB6-C18D-78B5-6609E7C8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D986-6488-BCA6-F8B0-667DB410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B81A1-CA97-E0C9-A886-A3A7033E6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84FD9-5B7B-E5D0-93AB-640D216F7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CBE03-31EE-D448-961B-887E491A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2AD4F-CD09-00E6-B73E-BDA3A282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F11FD-3976-DCA4-AF59-4101711D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6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B615-CC84-D37B-58D6-C6CD62EF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1F966-3D0F-79C1-0A97-E3295715C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3696-4FF8-F285-D146-CC77AF03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83AB8-0658-9E5B-9661-929A0D9F9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58D87-9686-863F-3D25-F500FD0F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9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8EC29-4415-1D44-2C61-EF753FC40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DC4C8-7EE2-EE1E-9BC3-610FAFC82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6E21-06EE-13BE-1497-CD36F9D4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8D6E-DFA5-5484-B49A-F0DE827A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95D1B-5FAB-8C62-89F6-21CDABBF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5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8F97E-37CE-2353-C382-40235CC7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1AAEA-4764-1D11-6B1E-16260D214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124E-7810-1384-AFCE-2B61253E9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F0EDD-2EBD-43A5-ACE6-7F51E4D831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08704-CECD-7BEB-D31E-AECCEA197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69DD4-3D2C-FA92-0EAA-66C0FE560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0BC3F-A524-40A1-A18A-C9D6C83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1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1507-E79D-23F2-2B54-66BD2AA44E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EED8F-DA1F-5FFE-BE0C-1304FE15BE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1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Catholic Health Services - 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Lo, Yzut (Yatza)</dc:creator>
  <cp:lastModifiedBy>Lo, Yzut (Yatza)</cp:lastModifiedBy>
  <cp:revision>1</cp:revision>
  <dcterms:created xsi:type="dcterms:W3CDTF">2026-06-28T21:04:51Z</dcterms:created>
  <dcterms:modified xsi:type="dcterms:W3CDTF">2026-06-28T21:05:18Z</dcterms:modified>
</cp:coreProperties>
</file>